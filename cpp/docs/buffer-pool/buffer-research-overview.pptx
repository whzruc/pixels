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Slide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ffer Research">
  <a:themeElements>
    <a:clrScheme name="Default">
      <a:dk1>
        <a:srgbClr val="000000"/>
      </a:dk1>
      <a:lt1>
        <a:srgbClr val="FFFFFF"/>
      </a:lt1>
      <a:dk2>
        <a:srgbClr val="17365D"/>
      </a:dk2>
      <a:lt2>
        <a:srgbClr val="F3F6F9"/>
      </a:lt2>
      <a:accent1>
        <a:srgbClr val="2878B5"/>
      </a:accent1>
      <a:accent2>
        <a:srgbClr val="2A9D8F"/>
      </a:accent2>
      <a:accent3>
        <a:srgbClr val="D95F02"/>
      </a:accent3>
      <a:accent4>
        <a:srgbClr val="6C5CE7"/>
      </a:accent4>
      <a:accent5>
        <a:srgbClr val="7F8C8D"/>
      </a:accent5>
      <a:accent6>
        <a:srgbClr val="E0B44C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Double Buffer 与选择性 Buffer 扩容</dc:title>
  <dc:creator>Pixels Research</dc:creator>
  <dcterms:created xsi:type="dcterms:W3CDTF">2026-09-14T00:00:00Z</dcterms:created>
</cp:coreProperties>
</file>